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904" y="-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14CE9-F69C-B84A-B9E0-711190CD26FE}" type="datetimeFigureOut">
              <a:rPr lang="en-US" smtClean="0"/>
              <a:t>3/29/14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C0897-D5F7-A841-B65B-A4AC90438F1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>
            <a:off x="3462867" y="774700"/>
            <a:ext cx="1913466" cy="5363634"/>
          </a:xfrm>
          <a:custGeom>
            <a:avLst/>
            <a:gdLst>
              <a:gd name="connsiteX0" fmla="*/ 918633 w 1911350"/>
              <a:gd name="connsiteY0" fmla="*/ 5393267 h 5414434"/>
              <a:gd name="connsiteX1" fmla="*/ 4233 w 1911350"/>
              <a:gd name="connsiteY1" fmla="*/ 2764367 h 5414434"/>
              <a:gd name="connsiteX2" fmla="*/ 944033 w 1911350"/>
              <a:gd name="connsiteY2" fmla="*/ 21167 h 5414434"/>
              <a:gd name="connsiteX3" fmla="*/ 1909233 w 1911350"/>
              <a:gd name="connsiteY3" fmla="*/ 2891367 h 5414434"/>
              <a:gd name="connsiteX4" fmla="*/ 918633 w 1911350"/>
              <a:gd name="connsiteY4" fmla="*/ 5393267 h 5414434"/>
              <a:gd name="connsiteX0" fmla="*/ 918633 w 1913466"/>
              <a:gd name="connsiteY0" fmla="*/ 5302486 h 5323653"/>
              <a:gd name="connsiteX1" fmla="*/ 4233 w 1913466"/>
              <a:gd name="connsiteY1" fmla="*/ 2764367 h 5323653"/>
              <a:gd name="connsiteX2" fmla="*/ 944033 w 1913466"/>
              <a:gd name="connsiteY2" fmla="*/ 21167 h 5323653"/>
              <a:gd name="connsiteX3" fmla="*/ 1909233 w 1913466"/>
              <a:gd name="connsiteY3" fmla="*/ 2891367 h 5323653"/>
              <a:gd name="connsiteX4" fmla="*/ 918633 w 1913466"/>
              <a:gd name="connsiteY4" fmla="*/ 5302486 h 5323653"/>
              <a:gd name="connsiteX0" fmla="*/ 918633 w 1913466"/>
              <a:gd name="connsiteY0" fmla="*/ 5302486 h 5323653"/>
              <a:gd name="connsiteX1" fmla="*/ 4233 w 1913466"/>
              <a:gd name="connsiteY1" fmla="*/ 2764367 h 5323653"/>
              <a:gd name="connsiteX2" fmla="*/ 944033 w 1913466"/>
              <a:gd name="connsiteY2" fmla="*/ 21167 h 5323653"/>
              <a:gd name="connsiteX3" fmla="*/ 1909233 w 1913466"/>
              <a:gd name="connsiteY3" fmla="*/ 2891367 h 5323653"/>
              <a:gd name="connsiteX4" fmla="*/ 918633 w 1913466"/>
              <a:gd name="connsiteY4" fmla="*/ 5302486 h 5323653"/>
              <a:gd name="connsiteX0" fmla="*/ 918633 w 1913466"/>
              <a:gd name="connsiteY0" fmla="*/ 5384801 h 5405968"/>
              <a:gd name="connsiteX1" fmla="*/ 4233 w 1913466"/>
              <a:gd name="connsiteY1" fmla="*/ 2764367 h 5405968"/>
              <a:gd name="connsiteX2" fmla="*/ 944033 w 1913466"/>
              <a:gd name="connsiteY2" fmla="*/ 21167 h 5405968"/>
              <a:gd name="connsiteX3" fmla="*/ 1909233 w 1913466"/>
              <a:gd name="connsiteY3" fmla="*/ 2891367 h 5405968"/>
              <a:gd name="connsiteX4" fmla="*/ 918633 w 1913466"/>
              <a:gd name="connsiteY4" fmla="*/ 5384801 h 5405968"/>
              <a:gd name="connsiteX0" fmla="*/ 918633 w 1913466"/>
              <a:gd name="connsiteY0" fmla="*/ 5384801 h 5405968"/>
              <a:gd name="connsiteX1" fmla="*/ 4233 w 1913466"/>
              <a:gd name="connsiteY1" fmla="*/ 2764367 h 5405968"/>
              <a:gd name="connsiteX2" fmla="*/ 944033 w 1913466"/>
              <a:gd name="connsiteY2" fmla="*/ 21167 h 5405968"/>
              <a:gd name="connsiteX3" fmla="*/ 1909233 w 1913466"/>
              <a:gd name="connsiteY3" fmla="*/ 2891367 h 5405968"/>
              <a:gd name="connsiteX4" fmla="*/ 918633 w 1913466"/>
              <a:gd name="connsiteY4" fmla="*/ 5384801 h 5405968"/>
              <a:gd name="connsiteX0" fmla="*/ 918633 w 1913466"/>
              <a:gd name="connsiteY0" fmla="*/ 5384801 h 5384801"/>
              <a:gd name="connsiteX1" fmla="*/ 4233 w 1913466"/>
              <a:gd name="connsiteY1" fmla="*/ 2764367 h 5384801"/>
              <a:gd name="connsiteX2" fmla="*/ 944033 w 1913466"/>
              <a:gd name="connsiteY2" fmla="*/ 21167 h 5384801"/>
              <a:gd name="connsiteX3" fmla="*/ 1909233 w 1913466"/>
              <a:gd name="connsiteY3" fmla="*/ 2891367 h 5384801"/>
              <a:gd name="connsiteX4" fmla="*/ 918633 w 1913466"/>
              <a:gd name="connsiteY4" fmla="*/ 5384801 h 5384801"/>
              <a:gd name="connsiteX0" fmla="*/ 918633 w 1913466"/>
              <a:gd name="connsiteY0" fmla="*/ 5384801 h 5384801"/>
              <a:gd name="connsiteX1" fmla="*/ 4233 w 1913466"/>
              <a:gd name="connsiteY1" fmla="*/ 2764367 h 5384801"/>
              <a:gd name="connsiteX2" fmla="*/ 944033 w 1913466"/>
              <a:gd name="connsiteY2" fmla="*/ 21167 h 5384801"/>
              <a:gd name="connsiteX3" fmla="*/ 1909233 w 1913466"/>
              <a:gd name="connsiteY3" fmla="*/ 2891367 h 5384801"/>
              <a:gd name="connsiteX4" fmla="*/ 918633 w 1913466"/>
              <a:gd name="connsiteY4" fmla="*/ 5384801 h 5384801"/>
              <a:gd name="connsiteX0" fmla="*/ 918633 w 1913466"/>
              <a:gd name="connsiteY0" fmla="*/ 5384801 h 5384801"/>
              <a:gd name="connsiteX1" fmla="*/ 4233 w 1913466"/>
              <a:gd name="connsiteY1" fmla="*/ 2764367 h 5384801"/>
              <a:gd name="connsiteX2" fmla="*/ 944033 w 1913466"/>
              <a:gd name="connsiteY2" fmla="*/ 21167 h 5384801"/>
              <a:gd name="connsiteX3" fmla="*/ 1909233 w 1913466"/>
              <a:gd name="connsiteY3" fmla="*/ 2891367 h 5384801"/>
              <a:gd name="connsiteX4" fmla="*/ 918633 w 1913466"/>
              <a:gd name="connsiteY4" fmla="*/ 5384801 h 5384801"/>
              <a:gd name="connsiteX0" fmla="*/ 918633 w 1913466"/>
              <a:gd name="connsiteY0" fmla="*/ 5371042 h 5371042"/>
              <a:gd name="connsiteX1" fmla="*/ 4233 w 1913466"/>
              <a:gd name="connsiteY1" fmla="*/ 2750608 h 5371042"/>
              <a:gd name="connsiteX2" fmla="*/ 944033 w 1913466"/>
              <a:gd name="connsiteY2" fmla="*/ 7408 h 5371042"/>
              <a:gd name="connsiteX3" fmla="*/ 1909233 w 1913466"/>
              <a:gd name="connsiteY3" fmla="*/ 2795058 h 5371042"/>
              <a:gd name="connsiteX4" fmla="*/ 918633 w 1913466"/>
              <a:gd name="connsiteY4" fmla="*/ 5371042 h 5371042"/>
              <a:gd name="connsiteX0" fmla="*/ 918633 w 1913466"/>
              <a:gd name="connsiteY0" fmla="*/ 5371042 h 5371042"/>
              <a:gd name="connsiteX1" fmla="*/ 4233 w 1913466"/>
              <a:gd name="connsiteY1" fmla="*/ 2750608 h 5371042"/>
              <a:gd name="connsiteX2" fmla="*/ 944033 w 1913466"/>
              <a:gd name="connsiteY2" fmla="*/ 7408 h 5371042"/>
              <a:gd name="connsiteX3" fmla="*/ 1909233 w 1913466"/>
              <a:gd name="connsiteY3" fmla="*/ 2795058 h 5371042"/>
              <a:gd name="connsiteX4" fmla="*/ 918633 w 1913466"/>
              <a:gd name="connsiteY4" fmla="*/ 5371042 h 5371042"/>
              <a:gd name="connsiteX0" fmla="*/ 918633 w 1913466"/>
              <a:gd name="connsiteY0" fmla="*/ 5363634 h 5363634"/>
              <a:gd name="connsiteX1" fmla="*/ 4233 w 1913466"/>
              <a:gd name="connsiteY1" fmla="*/ 2743200 h 5363634"/>
              <a:gd name="connsiteX2" fmla="*/ 944033 w 1913466"/>
              <a:gd name="connsiteY2" fmla="*/ 0 h 5363634"/>
              <a:gd name="connsiteX3" fmla="*/ 1909233 w 1913466"/>
              <a:gd name="connsiteY3" fmla="*/ 2787650 h 5363634"/>
              <a:gd name="connsiteX4" fmla="*/ 918633 w 1913466"/>
              <a:gd name="connsiteY4" fmla="*/ 5363634 h 5363634"/>
              <a:gd name="connsiteX0" fmla="*/ 918633 w 1913466"/>
              <a:gd name="connsiteY0" fmla="*/ 5363634 h 5363634"/>
              <a:gd name="connsiteX1" fmla="*/ 4233 w 1913466"/>
              <a:gd name="connsiteY1" fmla="*/ 2743200 h 5363634"/>
              <a:gd name="connsiteX2" fmla="*/ 944033 w 1913466"/>
              <a:gd name="connsiteY2" fmla="*/ 0 h 5363634"/>
              <a:gd name="connsiteX3" fmla="*/ 1909233 w 1913466"/>
              <a:gd name="connsiteY3" fmla="*/ 2787650 h 5363634"/>
              <a:gd name="connsiteX4" fmla="*/ 918633 w 1913466"/>
              <a:gd name="connsiteY4" fmla="*/ 5363634 h 5363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3466" h="5363634">
                <a:moveTo>
                  <a:pt x="918633" y="5363634"/>
                </a:moveTo>
                <a:cubicBezTo>
                  <a:pt x="620183" y="5054836"/>
                  <a:pt x="0" y="3637139"/>
                  <a:pt x="4233" y="2743200"/>
                </a:cubicBezTo>
                <a:cubicBezTo>
                  <a:pt x="8466" y="1849261"/>
                  <a:pt x="658283" y="298450"/>
                  <a:pt x="944033" y="0"/>
                </a:cubicBezTo>
                <a:cubicBezTo>
                  <a:pt x="1217083" y="293158"/>
                  <a:pt x="1913466" y="1893711"/>
                  <a:pt x="1909233" y="2787650"/>
                </a:cubicBezTo>
                <a:cubicBezTo>
                  <a:pt x="1905000" y="3681589"/>
                  <a:pt x="1242483" y="5060950"/>
                  <a:pt x="918633" y="536363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/>
          <p:cNvSpPr/>
          <p:nvPr/>
        </p:nvSpPr>
        <p:spPr>
          <a:xfrm>
            <a:off x="3619499" y="801438"/>
            <a:ext cx="1540043" cy="2333458"/>
          </a:xfrm>
          <a:custGeom>
            <a:avLst/>
            <a:gdLst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31193 w 1539597"/>
              <a:gd name="connsiteY0" fmla="*/ 681789 h 2468702"/>
              <a:gd name="connsiteX1" fmla="*/ 539193 w 1539597"/>
              <a:gd name="connsiteY1" fmla="*/ 2219158 h 2468702"/>
              <a:gd name="connsiteX2" fmla="*/ 1033825 w 1539597"/>
              <a:gd name="connsiteY2" fmla="*/ 2179052 h 2468702"/>
              <a:gd name="connsiteX3" fmla="*/ 1488351 w 1539597"/>
              <a:gd name="connsiteY3" fmla="*/ 695158 h 2468702"/>
              <a:gd name="connsiteX4" fmla="*/ 726351 w 1539597"/>
              <a:gd name="connsiteY4" fmla="*/ 0 h 2468702"/>
              <a:gd name="connsiteX5" fmla="*/ 31193 w 1539597"/>
              <a:gd name="connsiteY5" fmla="*/ 681789 h 2468702"/>
              <a:gd name="connsiteX0" fmla="*/ 0 w 1508404"/>
              <a:gd name="connsiteY0" fmla="*/ 681789 h 2468702"/>
              <a:gd name="connsiteX1" fmla="*/ 508000 w 1508404"/>
              <a:gd name="connsiteY1" fmla="*/ 2219158 h 2468702"/>
              <a:gd name="connsiteX2" fmla="*/ 1002632 w 1508404"/>
              <a:gd name="connsiteY2" fmla="*/ 2179052 h 2468702"/>
              <a:gd name="connsiteX3" fmla="*/ 1457158 w 1508404"/>
              <a:gd name="connsiteY3" fmla="*/ 695158 h 2468702"/>
              <a:gd name="connsiteX4" fmla="*/ 695158 w 1508404"/>
              <a:gd name="connsiteY4" fmla="*/ 0 h 2468702"/>
              <a:gd name="connsiteX5" fmla="*/ 0 w 1508404"/>
              <a:gd name="connsiteY5" fmla="*/ 681789 h 2468702"/>
              <a:gd name="connsiteX0" fmla="*/ 0 w 1508404"/>
              <a:gd name="connsiteY0" fmla="*/ 681789 h 2500563"/>
              <a:gd name="connsiteX1" fmla="*/ 508000 w 1508404"/>
              <a:gd name="connsiteY1" fmla="*/ 2219158 h 2500563"/>
              <a:gd name="connsiteX2" fmla="*/ 1002632 w 1508404"/>
              <a:gd name="connsiteY2" fmla="*/ 2179052 h 2500563"/>
              <a:gd name="connsiteX3" fmla="*/ 1457158 w 1508404"/>
              <a:gd name="connsiteY3" fmla="*/ 695158 h 2500563"/>
              <a:gd name="connsiteX4" fmla="*/ 695158 w 1508404"/>
              <a:gd name="connsiteY4" fmla="*/ 0 h 2500563"/>
              <a:gd name="connsiteX5" fmla="*/ 0 w 1508404"/>
              <a:gd name="connsiteY5" fmla="*/ 681789 h 2500563"/>
              <a:gd name="connsiteX0" fmla="*/ 0 w 1508404"/>
              <a:gd name="connsiteY0" fmla="*/ 681789 h 2500563"/>
              <a:gd name="connsiteX1" fmla="*/ 508000 w 1508404"/>
              <a:gd name="connsiteY1" fmla="*/ 2219158 h 2500563"/>
              <a:gd name="connsiteX2" fmla="*/ 1002632 w 1508404"/>
              <a:gd name="connsiteY2" fmla="*/ 2179052 h 2500563"/>
              <a:gd name="connsiteX3" fmla="*/ 1457158 w 1508404"/>
              <a:gd name="connsiteY3" fmla="*/ 695158 h 2500563"/>
              <a:gd name="connsiteX4" fmla="*/ 695158 w 1508404"/>
              <a:gd name="connsiteY4" fmla="*/ 0 h 2500563"/>
              <a:gd name="connsiteX5" fmla="*/ 0 w 1508404"/>
              <a:gd name="connsiteY5" fmla="*/ 681789 h 2500563"/>
              <a:gd name="connsiteX0" fmla="*/ 0 w 1508404"/>
              <a:gd name="connsiteY0" fmla="*/ 681789 h 2500563"/>
              <a:gd name="connsiteX1" fmla="*/ 508000 w 1508404"/>
              <a:gd name="connsiteY1" fmla="*/ 2219158 h 2500563"/>
              <a:gd name="connsiteX2" fmla="*/ 948657 w 1508404"/>
              <a:gd name="connsiteY2" fmla="*/ 2239377 h 2500563"/>
              <a:gd name="connsiteX3" fmla="*/ 1457158 w 1508404"/>
              <a:gd name="connsiteY3" fmla="*/ 695158 h 2500563"/>
              <a:gd name="connsiteX4" fmla="*/ 695158 w 1508404"/>
              <a:gd name="connsiteY4" fmla="*/ 0 h 2500563"/>
              <a:gd name="connsiteX5" fmla="*/ 0 w 1508404"/>
              <a:gd name="connsiteY5" fmla="*/ 681789 h 2500563"/>
              <a:gd name="connsiteX0" fmla="*/ 0 w 1508404"/>
              <a:gd name="connsiteY0" fmla="*/ 681789 h 2500563"/>
              <a:gd name="connsiteX1" fmla="*/ 508000 w 1508404"/>
              <a:gd name="connsiteY1" fmla="*/ 2219158 h 2500563"/>
              <a:gd name="connsiteX2" fmla="*/ 948657 w 1508404"/>
              <a:gd name="connsiteY2" fmla="*/ 2239377 h 2500563"/>
              <a:gd name="connsiteX3" fmla="*/ 1457158 w 1508404"/>
              <a:gd name="connsiteY3" fmla="*/ 695158 h 2500563"/>
              <a:gd name="connsiteX4" fmla="*/ 695158 w 1508404"/>
              <a:gd name="connsiteY4" fmla="*/ 0 h 2500563"/>
              <a:gd name="connsiteX5" fmla="*/ 0 w 1508404"/>
              <a:gd name="connsiteY5" fmla="*/ 681789 h 2500563"/>
              <a:gd name="connsiteX0" fmla="*/ 0 w 1508404"/>
              <a:gd name="connsiteY0" fmla="*/ 681789 h 2500563"/>
              <a:gd name="connsiteX1" fmla="*/ 508000 w 1508404"/>
              <a:gd name="connsiteY1" fmla="*/ 2219158 h 2500563"/>
              <a:gd name="connsiteX2" fmla="*/ 948657 w 1508404"/>
              <a:gd name="connsiteY2" fmla="*/ 2239377 h 2500563"/>
              <a:gd name="connsiteX3" fmla="*/ 1457158 w 1508404"/>
              <a:gd name="connsiteY3" fmla="*/ 695158 h 2500563"/>
              <a:gd name="connsiteX4" fmla="*/ 695158 w 1508404"/>
              <a:gd name="connsiteY4" fmla="*/ 0 h 2500563"/>
              <a:gd name="connsiteX5" fmla="*/ 0 w 1508404"/>
              <a:gd name="connsiteY5" fmla="*/ 681789 h 2500563"/>
              <a:gd name="connsiteX0" fmla="*/ 0 w 1457158"/>
              <a:gd name="connsiteY0" fmla="*/ 681789 h 2500563"/>
              <a:gd name="connsiteX1" fmla="*/ 508000 w 1457158"/>
              <a:gd name="connsiteY1" fmla="*/ 2219158 h 2500563"/>
              <a:gd name="connsiteX2" fmla="*/ 948657 w 1457158"/>
              <a:gd name="connsiteY2" fmla="*/ 2239377 h 2500563"/>
              <a:gd name="connsiteX3" fmla="*/ 1457158 w 1457158"/>
              <a:gd name="connsiteY3" fmla="*/ 695158 h 2500563"/>
              <a:gd name="connsiteX4" fmla="*/ 695158 w 1457158"/>
              <a:gd name="connsiteY4" fmla="*/ 0 h 2500563"/>
              <a:gd name="connsiteX5" fmla="*/ 0 w 1457158"/>
              <a:gd name="connsiteY5" fmla="*/ 681789 h 2500563"/>
              <a:gd name="connsiteX0" fmla="*/ 0 w 1457158"/>
              <a:gd name="connsiteY0" fmla="*/ 681789 h 2500563"/>
              <a:gd name="connsiteX1" fmla="*/ 508000 w 1457158"/>
              <a:gd name="connsiteY1" fmla="*/ 2219158 h 2500563"/>
              <a:gd name="connsiteX2" fmla="*/ 948657 w 1457158"/>
              <a:gd name="connsiteY2" fmla="*/ 2239377 h 2500563"/>
              <a:gd name="connsiteX3" fmla="*/ 1457158 w 1457158"/>
              <a:gd name="connsiteY3" fmla="*/ 695158 h 2500563"/>
              <a:gd name="connsiteX4" fmla="*/ 695158 w 1457158"/>
              <a:gd name="connsiteY4" fmla="*/ 0 h 2500563"/>
              <a:gd name="connsiteX5" fmla="*/ 0 w 1457158"/>
              <a:gd name="connsiteY5" fmla="*/ 681789 h 2500563"/>
              <a:gd name="connsiteX0" fmla="*/ 0 w 1457158"/>
              <a:gd name="connsiteY0" fmla="*/ 681789 h 2500563"/>
              <a:gd name="connsiteX1" fmla="*/ 508000 w 1457158"/>
              <a:gd name="connsiteY1" fmla="*/ 2219158 h 2500563"/>
              <a:gd name="connsiteX2" fmla="*/ 910557 w 1457158"/>
              <a:gd name="connsiteY2" fmla="*/ 2239377 h 2500563"/>
              <a:gd name="connsiteX3" fmla="*/ 1457158 w 1457158"/>
              <a:gd name="connsiteY3" fmla="*/ 695158 h 2500563"/>
              <a:gd name="connsiteX4" fmla="*/ 695158 w 1457158"/>
              <a:gd name="connsiteY4" fmla="*/ 0 h 2500563"/>
              <a:gd name="connsiteX5" fmla="*/ 0 w 1457158"/>
              <a:gd name="connsiteY5" fmla="*/ 681789 h 2500563"/>
              <a:gd name="connsiteX0" fmla="*/ 0 w 1457158"/>
              <a:gd name="connsiteY0" fmla="*/ 681789 h 2500563"/>
              <a:gd name="connsiteX1" fmla="*/ 508000 w 1457158"/>
              <a:gd name="connsiteY1" fmla="*/ 2219158 h 2500563"/>
              <a:gd name="connsiteX2" fmla="*/ 910557 w 1457158"/>
              <a:gd name="connsiteY2" fmla="*/ 2239377 h 2500563"/>
              <a:gd name="connsiteX3" fmla="*/ 1457158 w 1457158"/>
              <a:gd name="connsiteY3" fmla="*/ 695158 h 2500563"/>
              <a:gd name="connsiteX4" fmla="*/ 695158 w 1457158"/>
              <a:gd name="connsiteY4" fmla="*/ 0 h 2500563"/>
              <a:gd name="connsiteX5" fmla="*/ 0 w 1457158"/>
              <a:gd name="connsiteY5" fmla="*/ 681789 h 2500563"/>
              <a:gd name="connsiteX0" fmla="*/ 0 w 1457158"/>
              <a:gd name="connsiteY0" fmla="*/ 681789 h 2502902"/>
              <a:gd name="connsiteX1" fmla="*/ 508000 w 1457158"/>
              <a:gd name="connsiteY1" fmla="*/ 2219158 h 2502902"/>
              <a:gd name="connsiteX2" fmla="*/ 910557 w 1457158"/>
              <a:gd name="connsiteY2" fmla="*/ 2239377 h 2502902"/>
              <a:gd name="connsiteX3" fmla="*/ 1457158 w 1457158"/>
              <a:gd name="connsiteY3" fmla="*/ 695158 h 2502902"/>
              <a:gd name="connsiteX4" fmla="*/ 695158 w 1457158"/>
              <a:gd name="connsiteY4" fmla="*/ 0 h 2502902"/>
              <a:gd name="connsiteX5" fmla="*/ 0 w 1457158"/>
              <a:gd name="connsiteY5" fmla="*/ 681789 h 2502902"/>
              <a:gd name="connsiteX0" fmla="*/ 0 w 1457158"/>
              <a:gd name="connsiteY0" fmla="*/ 681789 h 2614863"/>
              <a:gd name="connsiteX1" fmla="*/ 590550 w 1457158"/>
              <a:gd name="connsiteY1" fmla="*/ 2333458 h 2614863"/>
              <a:gd name="connsiteX2" fmla="*/ 910557 w 1457158"/>
              <a:gd name="connsiteY2" fmla="*/ 2239377 h 2614863"/>
              <a:gd name="connsiteX3" fmla="*/ 1457158 w 1457158"/>
              <a:gd name="connsiteY3" fmla="*/ 695158 h 2614863"/>
              <a:gd name="connsiteX4" fmla="*/ 695158 w 1457158"/>
              <a:gd name="connsiteY4" fmla="*/ 0 h 2614863"/>
              <a:gd name="connsiteX5" fmla="*/ 0 w 1457158"/>
              <a:gd name="connsiteY5" fmla="*/ 681789 h 2614863"/>
              <a:gd name="connsiteX0" fmla="*/ 0 w 1457158"/>
              <a:gd name="connsiteY0" fmla="*/ 681789 h 2614863"/>
              <a:gd name="connsiteX1" fmla="*/ 590550 w 1457158"/>
              <a:gd name="connsiteY1" fmla="*/ 2333458 h 2614863"/>
              <a:gd name="connsiteX2" fmla="*/ 847057 w 1457158"/>
              <a:gd name="connsiteY2" fmla="*/ 2331452 h 2614863"/>
              <a:gd name="connsiteX3" fmla="*/ 1457158 w 1457158"/>
              <a:gd name="connsiteY3" fmla="*/ 695158 h 2614863"/>
              <a:gd name="connsiteX4" fmla="*/ 695158 w 1457158"/>
              <a:gd name="connsiteY4" fmla="*/ 0 h 2614863"/>
              <a:gd name="connsiteX5" fmla="*/ 0 w 1457158"/>
              <a:gd name="connsiteY5" fmla="*/ 681789 h 2614863"/>
              <a:gd name="connsiteX0" fmla="*/ 0 w 1457158"/>
              <a:gd name="connsiteY0" fmla="*/ 681789 h 2614863"/>
              <a:gd name="connsiteX1" fmla="*/ 590550 w 1457158"/>
              <a:gd name="connsiteY1" fmla="*/ 2333458 h 2614863"/>
              <a:gd name="connsiteX2" fmla="*/ 847057 w 1457158"/>
              <a:gd name="connsiteY2" fmla="*/ 2331452 h 2614863"/>
              <a:gd name="connsiteX3" fmla="*/ 1457158 w 1457158"/>
              <a:gd name="connsiteY3" fmla="*/ 771358 h 2614863"/>
              <a:gd name="connsiteX4" fmla="*/ 695158 w 1457158"/>
              <a:gd name="connsiteY4" fmla="*/ 0 h 2614863"/>
              <a:gd name="connsiteX5" fmla="*/ 0 w 1457158"/>
              <a:gd name="connsiteY5" fmla="*/ 681789 h 2614863"/>
              <a:gd name="connsiteX0" fmla="*/ 0 w 1457158"/>
              <a:gd name="connsiteY0" fmla="*/ 681789 h 2614863"/>
              <a:gd name="connsiteX1" fmla="*/ 590550 w 1457158"/>
              <a:gd name="connsiteY1" fmla="*/ 2333458 h 2614863"/>
              <a:gd name="connsiteX2" fmla="*/ 847057 w 1457158"/>
              <a:gd name="connsiteY2" fmla="*/ 2331452 h 2614863"/>
              <a:gd name="connsiteX3" fmla="*/ 1457158 w 1457158"/>
              <a:gd name="connsiteY3" fmla="*/ 771358 h 2614863"/>
              <a:gd name="connsiteX4" fmla="*/ 695158 w 1457158"/>
              <a:gd name="connsiteY4" fmla="*/ 0 h 2614863"/>
              <a:gd name="connsiteX5" fmla="*/ 0 w 1457158"/>
              <a:gd name="connsiteY5" fmla="*/ 681789 h 2614863"/>
              <a:gd name="connsiteX0" fmla="*/ 0 w 1457158"/>
              <a:gd name="connsiteY0" fmla="*/ 681789 h 2614863"/>
              <a:gd name="connsiteX1" fmla="*/ 590550 w 1457158"/>
              <a:gd name="connsiteY1" fmla="*/ 2333458 h 2614863"/>
              <a:gd name="connsiteX2" fmla="*/ 847057 w 1457158"/>
              <a:gd name="connsiteY2" fmla="*/ 2331452 h 2614863"/>
              <a:gd name="connsiteX3" fmla="*/ 1457158 w 1457158"/>
              <a:gd name="connsiteY3" fmla="*/ 771358 h 2614863"/>
              <a:gd name="connsiteX4" fmla="*/ 695158 w 1457158"/>
              <a:gd name="connsiteY4" fmla="*/ 0 h 2614863"/>
              <a:gd name="connsiteX5" fmla="*/ 0 w 1457158"/>
              <a:gd name="connsiteY5" fmla="*/ 681789 h 2614863"/>
              <a:gd name="connsiteX0" fmla="*/ 0 w 1540043"/>
              <a:gd name="connsiteY0" fmla="*/ 770689 h 2614863"/>
              <a:gd name="connsiteX1" fmla="*/ 673435 w 1540043"/>
              <a:gd name="connsiteY1" fmla="*/ 2333458 h 2614863"/>
              <a:gd name="connsiteX2" fmla="*/ 929942 w 1540043"/>
              <a:gd name="connsiteY2" fmla="*/ 2331452 h 2614863"/>
              <a:gd name="connsiteX3" fmla="*/ 1540043 w 1540043"/>
              <a:gd name="connsiteY3" fmla="*/ 771358 h 2614863"/>
              <a:gd name="connsiteX4" fmla="*/ 778043 w 1540043"/>
              <a:gd name="connsiteY4" fmla="*/ 0 h 2614863"/>
              <a:gd name="connsiteX5" fmla="*/ 0 w 1540043"/>
              <a:gd name="connsiteY5" fmla="*/ 770689 h 2614863"/>
              <a:gd name="connsiteX0" fmla="*/ 0 w 1540043"/>
              <a:gd name="connsiteY0" fmla="*/ 770689 h 2614863"/>
              <a:gd name="connsiteX1" fmla="*/ 673435 w 1540043"/>
              <a:gd name="connsiteY1" fmla="*/ 2333458 h 2614863"/>
              <a:gd name="connsiteX2" fmla="*/ 929942 w 1540043"/>
              <a:gd name="connsiteY2" fmla="*/ 2331452 h 2614863"/>
              <a:gd name="connsiteX3" fmla="*/ 1540043 w 1540043"/>
              <a:gd name="connsiteY3" fmla="*/ 771358 h 2614863"/>
              <a:gd name="connsiteX4" fmla="*/ 778043 w 1540043"/>
              <a:gd name="connsiteY4" fmla="*/ 0 h 2614863"/>
              <a:gd name="connsiteX5" fmla="*/ 0 w 1540043"/>
              <a:gd name="connsiteY5" fmla="*/ 770689 h 2614863"/>
              <a:gd name="connsiteX0" fmla="*/ 0 w 1540043"/>
              <a:gd name="connsiteY0" fmla="*/ 770689 h 2614863"/>
              <a:gd name="connsiteX1" fmla="*/ 673435 w 1540043"/>
              <a:gd name="connsiteY1" fmla="*/ 2333458 h 2614863"/>
              <a:gd name="connsiteX2" fmla="*/ 929942 w 1540043"/>
              <a:gd name="connsiteY2" fmla="*/ 2331452 h 2614863"/>
              <a:gd name="connsiteX3" fmla="*/ 1540043 w 1540043"/>
              <a:gd name="connsiteY3" fmla="*/ 771358 h 2614863"/>
              <a:gd name="connsiteX4" fmla="*/ 778043 w 1540043"/>
              <a:gd name="connsiteY4" fmla="*/ 0 h 2614863"/>
              <a:gd name="connsiteX5" fmla="*/ 0 w 1540043"/>
              <a:gd name="connsiteY5" fmla="*/ 770689 h 2614863"/>
              <a:gd name="connsiteX0" fmla="*/ 0 w 1540043"/>
              <a:gd name="connsiteY0" fmla="*/ 770689 h 2333458"/>
              <a:gd name="connsiteX1" fmla="*/ 673435 w 1540043"/>
              <a:gd name="connsiteY1" fmla="*/ 2333458 h 2333458"/>
              <a:gd name="connsiteX2" fmla="*/ 929942 w 1540043"/>
              <a:gd name="connsiteY2" fmla="*/ 2331452 h 2333458"/>
              <a:gd name="connsiteX3" fmla="*/ 1540043 w 1540043"/>
              <a:gd name="connsiteY3" fmla="*/ 771358 h 2333458"/>
              <a:gd name="connsiteX4" fmla="*/ 778043 w 1540043"/>
              <a:gd name="connsiteY4" fmla="*/ 0 h 2333458"/>
              <a:gd name="connsiteX5" fmla="*/ 0 w 1540043"/>
              <a:gd name="connsiteY5" fmla="*/ 770689 h 233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0043" h="2333458">
                <a:moveTo>
                  <a:pt x="0" y="770689"/>
                </a:moveTo>
                <a:cubicBezTo>
                  <a:pt x="139366" y="1137374"/>
                  <a:pt x="587878" y="2040633"/>
                  <a:pt x="673435" y="2333458"/>
                </a:cubicBezTo>
                <a:lnTo>
                  <a:pt x="929942" y="2331452"/>
                </a:lnTo>
                <a:cubicBezTo>
                  <a:pt x="1027810" y="2039352"/>
                  <a:pt x="1390650" y="1163108"/>
                  <a:pt x="1540043" y="771358"/>
                </a:cubicBezTo>
                <a:cubicBezTo>
                  <a:pt x="1208283" y="416538"/>
                  <a:pt x="1130078" y="320842"/>
                  <a:pt x="778043" y="0"/>
                </a:cubicBezTo>
                <a:cubicBezTo>
                  <a:pt x="546324" y="200526"/>
                  <a:pt x="289649" y="494407"/>
                  <a:pt x="0" y="770689"/>
                </a:cubicBezTo>
                <a:close/>
              </a:path>
            </a:pathLst>
          </a:custGeom>
          <a:solidFill>
            <a:srgbClr val="CCFFCC"/>
          </a:solidFill>
          <a:ln w="127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/>
          <p:cNvSpPr/>
          <p:nvPr/>
        </p:nvSpPr>
        <p:spPr>
          <a:xfrm>
            <a:off x="1697592" y="803393"/>
            <a:ext cx="5390829" cy="5351638"/>
          </a:xfrm>
          <a:prstGeom prst="diamond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3619498" y="803393"/>
            <a:ext cx="773509" cy="765058"/>
          </a:xfrm>
          <a:prstGeom prst="line">
            <a:avLst/>
          </a:prstGeom>
          <a:ln w="317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619499" y="803393"/>
            <a:ext cx="773509" cy="765058"/>
          </a:xfrm>
          <a:prstGeom prst="line">
            <a:avLst/>
          </a:prstGeom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1" idx="3"/>
            <a:endCxn id="4" idx="0"/>
          </p:cNvCxnSpPr>
          <p:nvPr/>
        </p:nvCxnSpPr>
        <p:spPr>
          <a:xfrm flipH="1" flipV="1">
            <a:off x="4393007" y="803393"/>
            <a:ext cx="766535" cy="769403"/>
          </a:xfrm>
          <a:prstGeom prst="line">
            <a:avLst/>
          </a:prstGeom>
          <a:ln w="317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4" idx="0"/>
          </p:cNvCxnSpPr>
          <p:nvPr/>
        </p:nvCxnSpPr>
        <p:spPr>
          <a:xfrm rot="10800000">
            <a:off x="4393008" y="803393"/>
            <a:ext cx="766535" cy="765058"/>
          </a:xfrm>
          <a:prstGeom prst="line">
            <a:avLst/>
          </a:prstGeom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94986" y="3644900"/>
            <a:ext cx="1828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  <a:r>
              <a:rPr lang="en-US" dirty="0" smtClean="0"/>
              <a:t>ollapsing 5D star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336800" y="2165866"/>
            <a:ext cx="454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Baoli SC Regular"/>
                <a:cs typeface="Baoli SC Regular"/>
              </a:rPr>
              <a:t>ℑ</a:t>
            </a:r>
            <a:r>
              <a:rPr lang="en-US" i="1" baseline="30000" dirty="0" smtClean="0">
                <a:latin typeface="Baoli SC Regular"/>
                <a:cs typeface="Baoli SC Regular"/>
              </a:rPr>
              <a:t>+</a:t>
            </a:r>
            <a:endParaRPr lang="en-US" i="1" baseline="30000" dirty="0">
              <a:latin typeface="Baoli SC Regular"/>
              <a:cs typeface="Baoli SC Regula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60547" y="2165866"/>
            <a:ext cx="454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Baoli SC Regular"/>
                <a:cs typeface="Baoli SC Regular"/>
              </a:rPr>
              <a:t>ℑ</a:t>
            </a:r>
            <a:r>
              <a:rPr lang="en-US" i="1" baseline="30000" dirty="0" smtClean="0">
                <a:latin typeface="Baoli SC Regular"/>
                <a:cs typeface="Baoli SC Regular"/>
              </a:rPr>
              <a:t>+</a:t>
            </a:r>
            <a:endParaRPr lang="en-US" i="1" baseline="30000" dirty="0">
              <a:latin typeface="Baoli SC Regular"/>
              <a:cs typeface="Baoli SC Regula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336800" y="4381500"/>
            <a:ext cx="439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Baoli SC Regular"/>
                <a:cs typeface="Baoli SC Regular"/>
              </a:rPr>
              <a:t>ℑ</a:t>
            </a:r>
            <a:r>
              <a:rPr lang="en-US" i="1" baseline="30000" dirty="0">
                <a:latin typeface="Baoli SC Regular"/>
                <a:cs typeface="Baoli SC Regular"/>
              </a:rPr>
              <a:t>-</a:t>
            </a:r>
            <a:endParaRPr lang="en-US" i="1" baseline="30000" dirty="0">
              <a:latin typeface="Baoli SC Regular"/>
              <a:cs typeface="Baoli SC Regula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75937" y="4368800"/>
            <a:ext cx="43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Baoli SC Regular"/>
                <a:cs typeface="Baoli SC Regular"/>
              </a:rPr>
              <a:t>ℑ</a:t>
            </a:r>
            <a:r>
              <a:rPr lang="en-US" i="1" baseline="30000" dirty="0">
                <a:latin typeface="Baoli SC Regular"/>
                <a:cs typeface="Baoli SC Regular"/>
              </a:rPr>
              <a:t>-</a:t>
            </a:r>
            <a:endParaRPr lang="en-US" i="1" baseline="30000" dirty="0">
              <a:latin typeface="Baoli SC Regular"/>
              <a:cs typeface="Baoli SC Regular"/>
            </a:endParaRPr>
          </a:p>
        </p:txBody>
      </p:sp>
      <p:sp>
        <p:nvSpPr>
          <p:cNvPr id="32" name="TextBox 31"/>
          <p:cNvSpPr txBox="1"/>
          <p:nvPr/>
        </p:nvSpPr>
        <p:spPr>
          <a:xfrm rot="17366959">
            <a:off x="4226698" y="2126277"/>
            <a:ext cx="1045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</a:t>
            </a:r>
            <a:r>
              <a:rPr lang="en-US" sz="1400" dirty="0" smtClean="0"/>
              <a:t>ur 3-brane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 rot="4027851">
            <a:off x="3519325" y="2100879"/>
            <a:ext cx="1045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</a:t>
            </a:r>
            <a:r>
              <a:rPr lang="en-US" sz="1400" dirty="0" smtClean="0"/>
              <a:t>ur 3-brane</a:t>
            </a:r>
            <a:endParaRPr lang="en-US" sz="1400" dirty="0"/>
          </a:p>
        </p:txBody>
      </p:sp>
      <p:sp>
        <p:nvSpPr>
          <p:cNvPr id="35" name="Oval 34"/>
          <p:cNvSpPr/>
          <p:nvPr/>
        </p:nvSpPr>
        <p:spPr>
          <a:xfrm>
            <a:off x="3558486" y="1521995"/>
            <a:ext cx="124511" cy="1404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5095186" y="1521995"/>
            <a:ext cx="124511" cy="1404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2900</TotalTime>
  <Words>19</Words>
  <Application>Microsoft Macintosh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Perimeter Institute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Niayesh Afshordi</dc:creator>
  <cp:lastModifiedBy>Niayesh Afshordi</cp:lastModifiedBy>
  <cp:revision>3</cp:revision>
  <dcterms:created xsi:type="dcterms:W3CDTF">2014-03-30T02:17:11Z</dcterms:created>
  <dcterms:modified xsi:type="dcterms:W3CDTF">2014-04-01T02:37:22Z</dcterms:modified>
</cp:coreProperties>
</file>